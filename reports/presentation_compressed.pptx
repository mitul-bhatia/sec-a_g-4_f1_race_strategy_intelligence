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4" r:id="rId3"/>
    <p:sldId id="261" r:id="rId4"/>
    <p:sldId id="257" r:id="rId5"/>
    <p:sldId id="258" r:id="rId6"/>
    <p:sldId id="265" r:id="rId7"/>
    <p:sldId id="266" r:id="rId8"/>
    <p:sldId id="256" r:id="rId9"/>
    <p:sldId id="259" r:id="rId10"/>
    <p:sldId id="267" r:id="rId11"/>
    <p:sldId id="262" r:id="rId12"/>
    <p:sldId id="263" r:id="rId13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758"/>
  </p:normalViewPr>
  <p:slideViewPr>
    <p:cSldViewPr snapToGrid="0" snapToObjects="1">
      <p:cViewPr varScale="1">
        <p:scale>
          <a:sx n="105" d="100"/>
          <a:sy n="105" d="100"/>
        </p:scale>
        <p:origin x="12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Vetriselvan Radhakrishnan</cp:lastModifiedBy>
  <cp:revision>2</cp:revision>
  <dcterms:created xsi:type="dcterms:W3CDTF">2013-01-27T09:14:16Z</dcterms:created>
  <dcterms:modified xsi:type="dcterms:W3CDTF">2026-04-30T03:11:17Z</dcterms:modified>
  <cp:category/>
</cp:coreProperties>
</file>